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8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9CE78-7801-492B-8913-529262ED1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A6EE38-C159-429F-A4BB-EB4904D19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B2971-14BF-4D70-BFC7-76C9B6D20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16A34-E51B-4A05-A442-69D2B9F9F005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9DF5A-8A44-4840-A401-833B3D63D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9031D-F289-477C-ADC0-63A918F0D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BA9D0-B00C-4361-94F0-8328F376CD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573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B143E-6C0F-46FE-A690-B121B38FA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05125-E58D-49A5-B583-503E131C8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8874D-2464-4BC9-8E20-5AAE0D378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16A34-E51B-4A05-A442-69D2B9F9F005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D31A4-3B9D-460A-9D34-B4F7C9500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0407D-6089-4BAB-A81A-FBD1893EC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BA9D0-B00C-4361-94F0-8328F376CD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143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D1DCA-5A01-4708-8175-50FF8FDFF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354FA-8F2D-4A07-B8C1-8016DDB74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12717-3D44-4C03-9DF8-776A9BD12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16A34-E51B-4A05-A442-69D2B9F9F005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0E7E8-5121-4E5E-966E-04D587829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31B30-B7F7-4951-AC28-6B16C4333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BA9D0-B00C-4361-94F0-8328F376CD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341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667A5-191C-4348-A421-5D76A81EC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51DC7-6035-46D2-ABA5-C9D7739B1D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56AE44-8E42-4EF6-9237-34F34A0E0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7531CC-A64D-4A3D-936C-A3B696D4C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16A34-E51B-4A05-A442-69D2B9F9F005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69D41-4E3E-4D8C-9E74-3B4169CC5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AE1CE-1990-4C9C-AA6B-D2B28E7F6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BA9D0-B00C-4361-94F0-8328F376CD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6352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AB07B-867F-411A-9ED1-9933750CB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6D551-B00A-4D6B-BB51-B093147C0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296B9C-CFA9-4AAF-B0E5-4B1CF7031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B30589-3CBD-4549-8DC2-6DE803211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C057A-BCB4-4215-8261-B631048101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94E92A-8A8D-4FDB-A12D-68905FD23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16A34-E51B-4A05-A442-69D2B9F9F005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C17ED4-1CDD-4C5D-98A7-5CC03E783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B5E4DC-5BA5-4937-8289-AFA0F049F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BA9D0-B00C-4361-94F0-8328F376CD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2185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13E2B-DBBA-4FAA-986D-A9C191A07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66B097-9A02-4216-87B2-C4DE29B83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16A34-E51B-4A05-A442-69D2B9F9F005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0AAEE0-AA34-49C3-BFD6-464AEA961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5E550D-9909-490F-89BF-56677E305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BA9D0-B00C-4361-94F0-8328F376CD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774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762C0A-3DFD-49C2-B0DB-6F17DDD7C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16A34-E51B-4A05-A442-69D2B9F9F005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A33C32-99A3-4943-B021-96808CDA1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3B2B7-33A4-415D-9585-4FA0F5958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BA9D0-B00C-4361-94F0-8328F376CD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2475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76197-97EA-4DF4-913E-03FA4E473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50C57-2B7E-4088-A810-22C98F5B8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14FCAB-F1E6-44FF-9454-7425668D9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A60E0-6EE2-4CF3-BD4A-B9A719012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16A34-E51B-4A05-A442-69D2B9F9F005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E39219-6E65-4DEB-B58A-E2290396C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913B0-1168-42C3-A7E5-FD8F321CA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BA9D0-B00C-4361-94F0-8328F376CD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29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D4F56-B1A6-46BD-9A4A-67824471C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383386-ABFF-430C-BFCC-B8F241B6F6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F0FC16-F042-4FBF-8C00-7AAAB783C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24F75-F541-44D0-BB28-44F96B1C8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16A34-E51B-4A05-A442-69D2B9F9F005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1AB10-AD06-41C5-8F3A-2FE0B12FB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99E15-5CBA-40D8-A2D7-E6D66DAC5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BA9D0-B00C-4361-94F0-8328F376CD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268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F5161-683D-489F-B241-E51D8A3ED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CE5ADE-6B64-42EC-B047-5BD232868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87733-E203-4CA0-A27F-1897EDB16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16A34-E51B-4A05-A442-69D2B9F9F005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9427F-E8A7-4614-9EC7-A1C40263A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DB055-49F5-4690-ACD6-F7E3A7DEF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BA9D0-B00C-4361-94F0-8328F376CD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733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472FF9-0212-429B-B798-F7014A139B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634173-6E81-4F44-8764-7AE1374DDC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4CE0D-3F20-4369-A877-3E2638163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16A34-E51B-4A05-A442-69D2B9F9F005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34483-B283-4250-9CB6-61329F3AF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075E4-6021-4650-B583-D1B82252F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BA9D0-B00C-4361-94F0-8328F376CD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4400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39C9FA-D994-4C46-BF78-98F24E16D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7D841-17B0-40F4-A88F-BCB2C955D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0B85F-063F-4A93-A054-D32E60342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16A34-E51B-4A05-A442-69D2B9F9F005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14124-EE0F-4FD7-AA78-623C0B720B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9BA88-AA73-4593-8E15-A40EFE1955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DBA9D0-B00C-4361-94F0-8328F376CD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134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3DD32-555E-4B4E-B4A7-F4C8D4378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b="1" dirty="0">
                <a:effectLst/>
                <a:latin typeface="Calisto MT" panose="02040603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Name:</a:t>
            </a:r>
            <a:r>
              <a:rPr lang="en-GB" sz="1800" dirty="0">
                <a:effectLst/>
                <a:latin typeface="Calisto MT" panose="02040603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800" dirty="0">
                <a:solidFill>
                  <a:srgbClr val="8496B0"/>
                </a:solidFill>
                <a:effectLst/>
                <a:latin typeface="Calisto MT" panose="02040603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{{NAME}}</a:t>
            </a:r>
            <a:b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GB" sz="1800" b="1" dirty="0">
                <a:effectLst/>
                <a:latin typeface="Calisto MT" panose="02040603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Email:</a:t>
            </a:r>
            <a:r>
              <a:rPr lang="en-GB" sz="1800" dirty="0">
                <a:effectLst/>
                <a:latin typeface="Calisto MT" panose="02040603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800" dirty="0">
                <a:solidFill>
                  <a:srgbClr val="8496B0"/>
                </a:solidFill>
                <a:effectLst/>
                <a:latin typeface="Calisto MT" panose="02040603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{{EMAIL}}</a:t>
            </a:r>
            <a:b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GB" sz="1800" b="1" dirty="0">
                <a:effectLst/>
                <a:latin typeface="Calisto MT" panose="02040603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Phone:</a:t>
            </a:r>
            <a:r>
              <a:rPr lang="en-GB" sz="1800" dirty="0">
                <a:effectLst/>
                <a:latin typeface="Calisto MT" panose="02040603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800" dirty="0">
                <a:solidFill>
                  <a:srgbClr val="8496B0"/>
                </a:solidFill>
                <a:effectLst/>
                <a:latin typeface="Calisto MT" panose="02040603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{{PHONE}}</a:t>
            </a:r>
            <a:b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GB" sz="1800" b="1" dirty="0">
                <a:effectLst/>
                <a:latin typeface="Calisto MT" panose="02040603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Company:</a:t>
            </a:r>
            <a:r>
              <a:rPr lang="en-GB" sz="1800" dirty="0">
                <a:effectLst/>
                <a:latin typeface="Calisto MT" panose="02040603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800" dirty="0">
                <a:solidFill>
                  <a:srgbClr val="8496B0"/>
                </a:solidFill>
                <a:effectLst/>
                <a:latin typeface="Calisto MT" panose="02040603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{{COMPANY}}</a:t>
            </a:r>
            <a:b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GB" sz="1800" b="1" dirty="0">
                <a:effectLst/>
                <a:latin typeface="Calisto MT" panose="02040603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Position:</a:t>
            </a:r>
            <a:r>
              <a:rPr lang="en-GB" sz="1800" dirty="0">
                <a:effectLst/>
                <a:latin typeface="Calisto MT" panose="02040603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800" dirty="0">
                <a:solidFill>
                  <a:srgbClr val="8496B0"/>
                </a:solidFill>
                <a:effectLst/>
                <a:latin typeface="Calisto MT" panose="02040603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{{POSITION}}</a:t>
            </a:r>
            <a:b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GB" sz="1800" b="1" dirty="0">
                <a:effectLst/>
                <a:latin typeface="Calisto MT" panose="02040603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Start Date:</a:t>
            </a:r>
            <a:r>
              <a:rPr lang="en-GB" sz="1800" dirty="0">
                <a:effectLst/>
                <a:latin typeface="Calisto MT" panose="02040603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800" dirty="0">
                <a:solidFill>
                  <a:srgbClr val="8496B0"/>
                </a:solidFill>
                <a:effectLst/>
                <a:latin typeface="Calisto MT" panose="02040603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{{START_DATE}}</a:t>
            </a:r>
            <a:b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GB" sz="1800" b="1" dirty="0">
                <a:effectLst/>
                <a:latin typeface="Calisto MT" panose="02040603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Salary:</a:t>
            </a:r>
            <a:r>
              <a:rPr lang="en-GB" sz="1800" dirty="0">
                <a:effectLst/>
                <a:latin typeface="Calisto MT" panose="02040603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800" dirty="0">
                <a:solidFill>
                  <a:srgbClr val="8496B0"/>
                </a:solidFill>
                <a:effectLst/>
                <a:latin typeface="Calisto MT" panose="02040603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{{SALARY}}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42B3C1-2D78-4F93-8341-F16AB08714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7311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Calisto MT</vt:lpstr>
      <vt:lpstr>Office Theme</vt:lpstr>
      <vt:lpstr>Name: {{NAME}} Email: {{EMAIL}} Phone: {{PHONE}} Company: {{COMPANY}} Position: {{POSITION}} Start Date: {{START_DATE}} Salary: {{SALARY}}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Name: {{NAME}} Email: {{EMAIL}} Phone: {{PHONE}} Company: {{COMPANY}} Position: {{POSITION}} Start Date: {{START_DATE}} Salary: {{SALARY}}</dc:title>
  <dc:creator>Abdulmalek Boulellou</dc:creator>
  <cp:lastModifiedBy>Abdulmalek Boulellou</cp:lastModifiedBy>
  <cp:revision>1</cp:revision>
  <dcterms:created xsi:type="dcterms:W3CDTF">2025-12-28T03:53:01Z</dcterms:created>
  <dcterms:modified xsi:type="dcterms:W3CDTF">2025-12-28T03:53:19Z</dcterms:modified>
</cp:coreProperties>
</file>